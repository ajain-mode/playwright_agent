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3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06716F-0C56-4ABA-B2AF-E0D0E67068D3}" v="8" dt="2026-06-30T10:44:10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5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Jain" userId="93957029-edfd-4e4a-a74c-2c429aada16c" providerId="ADAL" clId="{67750B9D-E79E-49C1-BEE2-E82CEB5FA727}"/>
    <pc:docChg chg="undo redo custSel delSld modSld">
      <pc:chgData name="Aman Jain" userId="93957029-edfd-4e4a-a74c-2c429aada16c" providerId="ADAL" clId="{67750B9D-E79E-49C1-BEE2-E82CEB5FA727}" dt="2026-06-30T10:46:46.845" v="46" actId="1076"/>
      <pc:docMkLst>
        <pc:docMk/>
      </pc:docMkLst>
      <pc:sldChg chg="addSp modSp mod">
        <pc:chgData name="Aman Jain" userId="93957029-edfd-4e4a-a74c-2c429aada16c" providerId="ADAL" clId="{67750B9D-E79E-49C1-BEE2-E82CEB5FA727}" dt="2026-06-30T10:41:00.531" v="2" actId="1076"/>
        <pc:sldMkLst>
          <pc:docMk/>
          <pc:sldMk cId="0" sldId="259"/>
        </pc:sldMkLst>
        <pc:picChg chg="mod">
          <ac:chgData name="Aman Jain" userId="93957029-edfd-4e4a-a74c-2c429aada16c" providerId="ADAL" clId="{67750B9D-E79E-49C1-BEE2-E82CEB5FA727}" dt="2026-06-30T10:40:41.575" v="0" actId="1076"/>
          <ac:picMkLst>
            <pc:docMk/>
            <pc:sldMk cId="0" sldId="259"/>
            <ac:picMk id="2" creationId="{00000000-0000-0000-0000-000000000000}"/>
          </ac:picMkLst>
        </pc:picChg>
        <pc:picChg chg="add mod">
          <ac:chgData name="Aman Jain" userId="93957029-edfd-4e4a-a74c-2c429aada16c" providerId="ADAL" clId="{67750B9D-E79E-49C1-BEE2-E82CEB5FA727}" dt="2026-06-30T10:41:00.531" v="2" actId="1076"/>
          <ac:picMkLst>
            <pc:docMk/>
            <pc:sldMk cId="0" sldId="259"/>
            <ac:picMk id="3" creationId="{AD592617-0A66-2DDA-D90E-08032BC40525}"/>
          </ac:picMkLst>
        </pc:picChg>
      </pc:sldChg>
      <pc:sldChg chg="del">
        <pc:chgData name="Aman Jain" userId="93957029-edfd-4e4a-a74c-2c429aada16c" providerId="ADAL" clId="{67750B9D-E79E-49C1-BEE2-E82CEB5FA727}" dt="2026-06-30T10:41:11.798" v="3" actId="2696"/>
        <pc:sldMkLst>
          <pc:docMk/>
          <pc:sldMk cId="0" sldId="260"/>
        </pc:sldMkLst>
      </pc:sldChg>
      <pc:sldChg chg="addSp modSp mod">
        <pc:chgData name="Aman Jain" userId="93957029-edfd-4e4a-a74c-2c429aada16c" providerId="ADAL" clId="{67750B9D-E79E-49C1-BEE2-E82CEB5FA727}" dt="2026-06-30T10:46:46.845" v="46" actId="1076"/>
        <pc:sldMkLst>
          <pc:docMk/>
          <pc:sldMk cId="0" sldId="267"/>
        </pc:sldMkLst>
        <pc:picChg chg="mod">
          <ac:chgData name="Aman Jain" userId="93957029-edfd-4e4a-a74c-2c429aada16c" providerId="ADAL" clId="{67750B9D-E79E-49C1-BEE2-E82CEB5FA727}" dt="2026-06-30T10:43:35.407" v="18" actId="1076"/>
          <ac:picMkLst>
            <pc:docMk/>
            <pc:sldMk cId="0" sldId="267"/>
            <ac:picMk id="2" creationId="{00000000-0000-0000-0000-000000000000}"/>
          </ac:picMkLst>
        </pc:picChg>
        <pc:picChg chg="add mod">
          <ac:chgData name="Aman Jain" userId="93957029-edfd-4e4a-a74c-2c429aada16c" providerId="ADAL" clId="{67750B9D-E79E-49C1-BEE2-E82CEB5FA727}" dt="2026-06-30T10:46:46.845" v="46" actId="1076"/>
          <ac:picMkLst>
            <pc:docMk/>
            <pc:sldMk cId="0" sldId="267"/>
            <ac:picMk id="3" creationId="{5BCB07EB-C682-1199-8C01-A8B5405852D8}"/>
          </ac:picMkLst>
        </pc:picChg>
      </pc:sldChg>
      <pc:sldChg chg="del">
        <pc:chgData name="Aman Jain" userId="93957029-edfd-4e4a-a74c-2c429aada16c" providerId="ADAL" clId="{67750B9D-E79E-49C1-BEE2-E82CEB5FA727}" dt="2026-06-30T10:43:50.393" v="21" actId="47"/>
        <pc:sldMkLst>
          <pc:docMk/>
          <pc:sldMk cId="0" sldId="268"/>
        </pc:sldMkLst>
      </pc:sldChg>
      <pc:sldChg chg="addSp delSp modSp mod setBg">
        <pc:chgData name="Aman Jain" userId="93957029-edfd-4e4a-a74c-2c429aada16c" providerId="ADAL" clId="{67750B9D-E79E-49C1-BEE2-E82CEB5FA727}" dt="2026-06-30T10:45:55.926" v="45" actId="14100"/>
        <pc:sldMkLst>
          <pc:docMk/>
          <pc:sldMk cId="0" sldId="269"/>
        </pc:sldMkLst>
        <pc:spChg chg="add del">
          <ac:chgData name="Aman Jain" userId="93957029-edfd-4e4a-a74c-2c429aada16c" providerId="ADAL" clId="{67750B9D-E79E-49C1-BEE2-E82CEB5FA727}" dt="2026-06-30T10:43:14.466" v="17" actId="26606"/>
          <ac:spMkLst>
            <pc:docMk/>
            <pc:sldMk cId="0" sldId="269"/>
            <ac:spMk id="10" creationId="{799448F2-0E5B-42DA-B2D1-11A14E947BD4}"/>
          </ac:spMkLst>
        </pc:spChg>
        <pc:spChg chg="add del">
          <ac:chgData name="Aman Jain" userId="93957029-edfd-4e4a-a74c-2c429aada16c" providerId="ADAL" clId="{67750B9D-E79E-49C1-BEE2-E82CEB5FA727}" dt="2026-06-30T10:43:14.466" v="17" actId="26606"/>
          <ac:spMkLst>
            <pc:docMk/>
            <pc:sldMk cId="0" sldId="269"/>
            <ac:spMk id="12" creationId="{4E8A7552-20E1-4F34-ADAB-C1DB6634D47E}"/>
          </ac:spMkLst>
        </pc:spChg>
        <pc:spChg chg="add">
          <ac:chgData name="Aman Jain" userId="93957029-edfd-4e4a-a74c-2c429aada16c" providerId="ADAL" clId="{67750B9D-E79E-49C1-BEE2-E82CEB5FA727}" dt="2026-06-30T10:43:14.466" v="17" actId="26606"/>
          <ac:spMkLst>
            <pc:docMk/>
            <pc:sldMk cId="0" sldId="269"/>
            <ac:spMk id="17" creationId="{417CDA24-35F8-4540-8C52-3096D6D94949}"/>
          </ac:spMkLst>
        </pc:spChg>
        <pc:spChg chg="add">
          <ac:chgData name="Aman Jain" userId="93957029-edfd-4e4a-a74c-2c429aada16c" providerId="ADAL" clId="{67750B9D-E79E-49C1-BEE2-E82CEB5FA727}" dt="2026-06-30T10:43:14.466" v="17" actId="26606"/>
          <ac:spMkLst>
            <pc:docMk/>
            <pc:sldMk cId="0" sldId="269"/>
            <ac:spMk id="19" creationId="{8658BFE0-4E65-4174-9C75-687C94E88273}"/>
          </ac:spMkLst>
        </pc:spChg>
        <pc:spChg chg="add">
          <ac:chgData name="Aman Jain" userId="93957029-edfd-4e4a-a74c-2c429aada16c" providerId="ADAL" clId="{67750B9D-E79E-49C1-BEE2-E82CEB5FA727}" dt="2026-06-30T10:43:14.466" v="17" actId="26606"/>
          <ac:spMkLst>
            <pc:docMk/>
            <pc:sldMk cId="0" sldId="269"/>
            <ac:spMk id="21" creationId="{FA75DFED-A0C1-4A83-BE1D-0271C1826EF6}"/>
          </ac:spMkLst>
        </pc:spChg>
        <pc:picChg chg="mod ord">
          <ac:chgData name="Aman Jain" userId="93957029-edfd-4e4a-a74c-2c429aada16c" providerId="ADAL" clId="{67750B9D-E79E-49C1-BEE2-E82CEB5FA727}" dt="2026-06-30T10:45:55.926" v="45" actId="14100"/>
          <ac:picMkLst>
            <pc:docMk/>
            <pc:sldMk cId="0" sldId="269"/>
            <ac:picMk id="2" creationId="{00000000-0000-0000-0000-000000000000}"/>
          </ac:picMkLst>
        </pc:picChg>
        <pc:picChg chg="add mod ord">
          <ac:chgData name="Aman Jain" userId="93957029-edfd-4e4a-a74c-2c429aada16c" providerId="ADAL" clId="{67750B9D-E79E-49C1-BEE2-E82CEB5FA727}" dt="2026-06-30T10:45:43.864" v="43" actId="14100"/>
          <ac:picMkLst>
            <pc:docMk/>
            <pc:sldMk cId="0" sldId="269"/>
            <ac:picMk id="3" creationId="{7CDF9411-0C7A-9439-1FCB-37441D6D9494}"/>
          </ac:picMkLst>
        </pc:picChg>
        <pc:picChg chg="add mod">
          <ac:chgData name="Aman Jain" userId="93957029-edfd-4e4a-a74c-2c429aada16c" providerId="ADAL" clId="{67750B9D-E79E-49C1-BEE2-E82CEB5FA727}" dt="2026-06-30T10:42:43.593" v="11"/>
          <ac:picMkLst>
            <pc:docMk/>
            <pc:sldMk cId="0" sldId="269"/>
            <ac:picMk id="4" creationId="{1E5C3EEE-E3C7-F00E-6F00-2AC93A82D88C}"/>
          </ac:picMkLst>
        </pc:picChg>
        <pc:picChg chg="add mod ord">
          <ac:chgData name="Aman Jain" userId="93957029-edfd-4e4a-a74c-2c429aada16c" providerId="ADAL" clId="{67750B9D-E79E-49C1-BEE2-E82CEB5FA727}" dt="2026-06-30T10:45:52.331" v="44" actId="14100"/>
          <ac:picMkLst>
            <pc:docMk/>
            <pc:sldMk cId="0" sldId="269"/>
            <ac:picMk id="5" creationId="{8717278B-6AC5-24DF-F014-E3D00ADCB8BC}"/>
          </ac:picMkLst>
        </pc:picChg>
        <pc:picChg chg="add mod">
          <ac:chgData name="Aman Jain" userId="93957029-edfd-4e4a-a74c-2c429aada16c" providerId="ADAL" clId="{67750B9D-E79E-49C1-BEE2-E82CEB5FA727}" dt="2026-06-30T10:45:33.436" v="42" actId="1076"/>
          <ac:picMkLst>
            <pc:docMk/>
            <pc:sldMk cId="0" sldId="269"/>
            <ac:picMk id="6" creationId="{D0C90397-5AC2-DD19-F6F7-233C163D5DA5}"/>
          </ac:picMkLst>
        </pc:picChg>
      </pc:sldChg>
      <pc:sldChg chg="del">
        <pc:chgData name="Aman Jain" userId="93957029-edfd-4e4a-a74c-2c429aada16c" providerId="ADAL" clId="{67750B9D-E79E-49C1-BEE2-E82CEB5FA727}" dt="2026-06-30T10:43:56.825" v="22" actId="47"/>
        <pc:sldMkLst>
          <pc:docMk/>
          <pc:sldMk cId="0" sldId="270"/>
        </pc:sldMkLst>
      </pc:sldChg>
      <pc:sldChg chg="del">
        <pc:chgData name="Aman Jain" userId="93957029-edfd-4e4a-a74c-2c429aada16c" providerId="ADAL" clId="{67750B9D-E79E-49C1-BEE2-E82CEB5FA727}" dt="2026-06-30T10:43:58.210" v="23" actId="47"/>
        <pc:sldMkLst>
          <pc:docMk/>
          <pc:sldMk cId="0" sldId="271"/>
        </pc:sldMkLst>
      </pc:sldChg>
      <pc:sldChg chg="del">
        <pc:chgData name="Aman Jain" userId="93957029-edfd-4e4a-a74c-2c429aada16c" providerId="ADAL" clId="{67750B9D-E79E-49C1-BEE2-E82CEB5FA727}" dt="2026-06-30T10:43:58.945" v="24" actId="47"/>
        <pc:sldMkLst>
          <pc:docMk/>
          <pc:sldMk cId="0" sldId="272"/>
        </pc:sldMkLst>
      </pc:sldChg>
      <pc:sldChg chg="addSp modSp mod">
        <pc:chgData name="Aman Jain" userId="93957029-edfd-4e4a-a74c-2c429aada16c" providerId="ADAL" clId="{67750B9D-E79E-49C1-BEE2-E82CEB5FA727}" dt="2026-06-30T10:44:24.927" v="28" actId="1076"/>
        <pc:sldMkLst>
          <pc:docMk/>
          <pc:sldMk cId="0" sldId="273"/>
        </pc:sldMkLst>
        <pc:picChg chg="mod">
          <ac:chgData name="Aman Jain" userId="93957029-edfd-4e4a-a74c-2c429aada16c" providerId="ADAL" clId="{67750B9D-E79E-49C1-BEE2-E82CEB5FA727}" dt="2026-06-30T10:44:03.535" v="25" actId="1076"/>
          <ac:picMkLst>
            <pc:docMk/>
            <pc:sldMk cId="0" sldId="273"/>
            <ac:picMk id="2" creationId="{00000000-0000-0000-0000-000000000000}"/>
          </ac:picMkLst>
        </pc:picChg>
        <pc:picChg chg="add mod">
          <ac:chgData name="Aman Jain" userId="93957029-edfd-4e4a-a74c-2c429aada16c" providerId="ADAL" clId="{67750B9D-E79E-49C1-BEE2-E82CEB5FA727}" dt="2026-06-30T10:44:24.927" v="28" actId="1076"/>
          <ac:picMkLst>
            <pc:docMk/>
            <pc:sldMk cId="0" sldId="273"/>
            <ac:picMk id="3" creationId="{5AF0CAFC-4DC6-D43F-AEF6-F709F6F1C359}"/>
          </ac:picMkLst>
        </pc:picChg>
      </pc:sldChg>
      <pc:sldChg chg="del">
        <pc:chgData name="Aman Jain" userId="93957029-edfd-4e4a-a74c-2c429aada16c" providerId="ADAL" clId="{67750B9D-E79E-49C1-BEE2-E82CEB5FA727}" dt="2026-06-30T10:44:28.358" v="29" actId="47"/>
        <pc:sldMkLst>
          <pc:docMk/>
          <pc:sldMk cId="0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t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0690"/>
            <a:ext cx="9144000" cy="1722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section1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7425"/>
            <a:ext cx="9144000" cy="2928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852"/>
            <a:ext cx="9144000" cy="2286000"/>
          </a:xfrm>
          <a:prstGeom prst="rect">
            <a:avLst/>
          </a:prstGeom>
        </p:spPr>
      </p:pic>
      <p:pic>
        <p:nvPicPr>
          <p:cNvPr id="3" name="Picture 2" descr="05-coverage-ensurer.png">
            <a:extLst>
              <a:ext uri="{FF2B5EF4-FFF2-40B4-BE49-F238E27FC236}">
                <a16:creationId xmlns:a16="http://schemas.microsoft.com/office/drawing/2014/main" id="{AD592617-0A66-2DDA-D90E-08032BC40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50376"/>
            <a:ext cx="9144000" cy="15115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3942"/>
            <a:ext cx="9144000" cy="1315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158" y="0"/>
            <a:ext cx="659768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ai-ca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25" y="0"/>
            <a:ext cx="77787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agent-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81" y="0"/>
            <a:ext cx="783923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in-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770"/>
            <a:ext cx="9144000" cy="24259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717"/>
            <a:ext cx="9144000" cy="43480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section2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8" y="521471"/>
            <a:ext cx="9144000" cy="429208"/>
          </a:xfrm>
          <a:prstGeom prst="rect">
            <a:avLst/>
          </a:prstGeom>
        </p:spPr>
      </p:pic>
      <p:pic>
        <p:nvPicPr>
          <p:cNvPr id="3" name="Picture 2" descr="13-impact-banner.png">
            <a:extLst>
              <a:ext uri="{FF2B5EF4-FFF2-40B4-BE49-F238E27FC236}">
                <a16:creationId xmlns:a16="http://schemas.microsoft.com/office/drawing/2014/main" id="{5BCB07EB-C682-1199-8C01-A8B540585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2776"/>
            <a:ext cx="9144000" cy="8490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7-gap-4.png">
            <a:extLst>
              <a:ext uri="{FF2B5EF4-FFF2-40B4-BE49-F238E27FC236}">
                <a16:creationId xmlns:a16="http://schemas.microsoft.com/office/drawing/2014/main" id="{D0C90397-5AC2-DD19-F6F7-233C163D5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214" y="2723322"/>
            <a:ext cx="3976659" cy="217887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7710" y="0"/>
            <a:ext cx="68580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14-gap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72" y="179959"/>
            <a:ext cx="3778713" cy="217887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37460"/>
            <a:ext cx="4594860" cy="685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9140" y="2537460"/>
            <a:ext cx="4594860" cy="685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16-gap-3.png">
            <a:extLst>
              <a:ext uri="{FF2B5EF4-FFF2-40B4-BE49-F238E27FC236}">
                <a16:creationId xmlns:a16="http://schemas.microsoft.com/office/drawing/2014/main" id="{8717278B-6AC5-24DF-F014-E3D00ADCB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73" y="2723322"/>
            <a:ext cx="3778713" cy="2070420"/>
          </a:xfrm>
          <a:prstGeom prst="rect">
            <a:avLst/>
          </a:prstGeom>
        </p:spPr>
      </p:pic>
      <p:pic>
        <p:nvPicPr>
          <p:cNvPr id="3" name="Picture 2" descr="15-gap-2.png">
            <a:extLst>
              <a:ext uri="{FF2B5EF4-FFF2-40B4-BE49-F238E27FC236}">
                <a16:creationId xmlns:a16="http://schemas.microsoft.com/office/drawing/2014/main" id="{7CDF9411-0C7A-9439-1FCB-37441D6D9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213" y="179959"/>
            <a:ext cx="3976659" cy="21788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next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511"/>
            <a:ext cx="9144000" cy="1754155"/>
          </a:xfrm>
          <a:prstGeom prst="rect">
            <a:avLst/>
          </a:prstGeom>
        </p:spPr>
      </p:pic>
      <p:pic>
        <p:nvPicPr>
          <p:cNvPr id="3" name="Picture 2" descr="19-footer.png">
            <a:extLst>
              <a:ext uri="{FF2B5EF4-FFF2-40B4-BE49-F238E27FC236}">
                <a16:creationId xmlns:a16="http://schemas.microsoft.com/office/drawing/2014/main" id="{5AF0CAFC-4DC6-D43F-AEF6-F709F6F1C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5715"/>
            <a:ext cx="9144000" cy="1021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Jain</cp:lastModifiedBy>
  <cp:revision>1</cp:revision>
  <dcterms:created xsi:type="dcterms:W3CDTF">2013-01-27T09:14:16Z</dcterms:created>
  <dcterms:modified xsi:type="dcterms:W3CDTF">2026-06-30T10:46:55Z</dcterms:modified>
  <cp:category/>
</cp:coreProperties>
</file>