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MODE GLOBAL · SUNTECK TMS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QA AI POC —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Playwright Agentic Test Automation — Handover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Hybrid rule-based + LLM multi-agent pipeline · Claude-powered generation tiers · Self-healing validation · Cursor-governed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429000"/>
            <a:ext cx="1554480" cy="777240"/>
          </a:xfrm>
          <a:prstGeom prst="rect">
            <a:avLst/>
          </a:prstGeom>
          <a:solidFill>
            <a:srgbClr val="2B6CB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D8936"/>
                </a:solidFill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Scripts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429000"/>
            <a:ext cx="1554480" cy="777240"/>
          </a:xfrm>
          <a:prstGeom prst="rect">
            <a:avLst/>
          </a:prstGeom>
          <a:solidFill>
            <a:srgbClr val="2B6CB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D8936"/>
                </a:solidFill>
              </a:defRPr>
            </a:pPr>
            <a: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Billing Toggle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3429000"/>
            <a:ext cx="1554480" cy="777240"/>
          </a:xfrm>
          <a:prstGeom prst="rect">
            <a:avLst/>
          </a:prstGeom>
          <a:solidFill>
            <a:srgbClr val="2B6CB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D8936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DFB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429000"/>
            <a:ext cx="1554480" cy="777240"/>
          </a:xfrm>
          <a:prstGeom prst="rect">
            <a:avLst/>
          </a:prstGeom>
          <a:solidFill>
            <a:srgbClr val="2B6CB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D8936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Agents + AI 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 Systems International  |  Prepared for Mode Global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Agentic Architecture — How a Test Case Becomes a Script</a:t>
            </a:r>
          </a:p>
        </p:txBody>
      </p:sp>
      <p:pic>
        <p:nvPicPr>
          <p:cNvPr id="3" name="Picture 2" descr="agentic-pipelin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66928"/>
            <a:ext cx="5120640" cy="4032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32120" y="56692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6CB0"/>
                </a:solidFill>
              </a:defRPr>
            </a:pPr>
            <a:r>
              <a:t>Pipeline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80467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</a:defRPr>
            </a:pPr>
            <a:r>
              <a:t>Input: CSV · Excel · JSON · plain text test cases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</a:defRPr>
            </a:pPr>
            <a:r>
              <a:t>Prep: Test Case Reader · App Context Sync · UI Element Index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</a:defRPr>
            </a:pPr>
            <a:r>
              <a:t>Script Assembler → Draft .spec.ts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</a:defRPr>
            </a:pPr>
            <a:r>
              <a:t>③ Quality Guardian (≤2 passes) → ④ Coverage Ensurer (1 pass)</a:t>
            </a:r>
          </a:p>
          <a:p>
            <a:pPr>
              <a:spcAft>
                <a:spcPts val="200"/>
              </a:spcAft>
              <a:defRPr sz="800">
                <a:solidFill>
                  <a:srgbClr val="2D3748"/>
                </a:solidFill>
              </a:defRPr>
            </a:pPr>
            <a:r>
              <a:t>Output: Runnable Playwright test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201168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6CB0"/>
                </a:solidFill>
              </a:defRPr>
            </a:pPr>
            <a:r>
              <a:t>What Each Agent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24028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2D3748"/>
                </a:solidFill>
              </a:defRPr>
            </a:pPr>
            <a:r>
              <a:t>✦ AI Script Writer — 4 Claude calls: Data Enricher · Full Script Writer · Smart Adapter · Step Writer</a:t>
            </a:r>
          </a:p>
          <a:p>
            <a:pPr>
              <a:spcAft>
                <a:spcPts val="200"/>
              </a:spcAft>
              <a:defRPr sz="750">
                <a:solidFill>
                  <a:srgbClr val="2D3748"/>
                </a:solidFill>
              </a:defRPr>
            </a:pPr>
            <a:r>
              <a:t>① Step Interpreter — screen, tab, edit/view, app context (BTMS/DME/TNX)</a:t>
            </a:r>
          </a:p>
          <a:p>
            <a:pPr>
              <a:spcAft>
                <a:spcPts val="200"/>
              </a:spcAft>
              <a:defRPr sz="750">
                <a:solidFill>
                  <a:srgbClr val="2D3748"/>
                </a:solidFill>
              </a:defRPr>
            </a:pPr>
            <a:r>
              <a:t>② Code Mapper — 130+ patterns · 5,900+ UI IDs from app source</a:t>
            </a:r>
          </a:p>
          <a:p>
            <a:pPr>
              <a:spcAft>
                <a:spcPts val="200"/>
              </a:spcAft>
              <a:defRPr sz="750">
                <a:solidFill>
                  <a:srgbClr val="2D3748"/>
                </a:solidFill>
              </a:defRPr>
            </a:pPr>
            <a:r>
              <a:t>③ Quality Guardian — 25+ auto-fix rules · guardrails · step coverage</a:t>
            </a:r>
          </a:p>
          <a:p>
            <a:pPr>
              <a:spcAft>
                <a:spcPts val="200"/>
              </a:spcAft>
              <a:defRPr sz="750">
                <a:solidFill>
                  <a:srgbClr val="2D3748"/>
                </a:solidFill>
              </a:defRPr>
            </a:pPr>
            <a:r>
              <a:t>④ Coverage Ensurer — fills up to 8 missing steps · re-runs Guardian if 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315968"/>
            <a:ext cx="8503920" cy="713232"/>
          </a:xfrm>
          <a:prstGeom prst="rect">
            <a:avLst/>
          </a:prstGeom>
          <a:solidFill>
            <a:srgbClr val="F0FFF4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543D"/>
                </a:solidFill>
              </a:defRPr>
            </a:pPr>
            <a:r>
              <a:t>Generation order: Call 2 → Call 3 → Rule-based (Step Interpreter + Code Mapper) → Call 4.  Claude CLI + Anthropic API · All AI output passes Quality Guardian &amp; Coverage Ensurer before save.  POC delivered: 24 billing toggle + 4 DFB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POC Deliverables — For Mode Global &amp; QA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0"/>
                </a:solidFill>
              </a:defRPr>
            </a:pPr>
            <a:r>
              <a:t>What You Receive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Playwright Agent repository — framework, page objects, agent pipeline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src/tests/AIAgent/ — 28 generated .spec.ts scripts (billing toggle + DFB)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src/data/&lt;category&gt;/ — runtime test data CSVs per product module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src/agent/examples/sample-testcases.csv — testcase step catalog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Agent CLI — generate scripts from detailed test cases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Reference specs + Cursor governance rules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Handover document + technical deck (agentic-system-slides.html)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65836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A169"/>
                </a:solidFill>
              </a:defRPr>
            </a:pPr>
            <a:r>
              <a:t>How QA Teams Use the Agent Going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896112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Run tests:  npx playwright test src/tests/AIAgent/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Interactive generation:  npm run agent:cli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From file (CSV/Excel/JSON):  npm run agent:file -- &lt;path&gt;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Batch:  npm run agent:batch -- &lt;folder&gt;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Preview only:  npm run agent:preview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Prepare Testmo cases with full steps + expected results (3–5 hrs/case)</a:t>
            </a:r>
          </a:p>
          <a:p>
            <a:pPr>
              <a:spcAft>
                <a:spcPts val="200"/>
              </a:spcAft>
              <a:defRPr sz="950">
                <a:solidFill>
                  <a:srgbClr val="2D3748"/>
                </a:solidFill>
              </a:defRPr>
            </a:pPr>
            <a:r>
              <a:t>Reports:  npm run test:allure  ·  npm run submit:testmo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D8936"/>
                </a:solidFill>
              </a:defRPr>
            </a:pPr>
            <a:r>
              <a:t>Handover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348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</a:defRPr>
            </a:pPr>
            <a:r>
              <a:t>The agentic pipeline is built, validated, and ready for Mode Global QA. Run existing scripts today; generate new automation from detailed test cases via the Agent CLI. See QA-AI-Agent-Handover.docx for full setup, architecture, and step-by-step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